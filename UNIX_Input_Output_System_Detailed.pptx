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1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6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8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33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16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6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4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2349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09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3236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63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27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3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5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njukta.com/About.html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UNIX Input Output System</a:t>
            </a:r>
            <a:r>
              <a:rPr lang="en-IN" dirty="0"/>
              <a:t>---An Approach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878111"/>
            <a:ext cx="6347714" cy="2683237"/>
          </a:xfrm>
        </p:spPr>
        <p:txBody>
          <a:bodyPr/>
          <a:lstStyle/>
          <a:p>
            <a:r>
              <a:rPr dirty="0"/>
              <a:t>UNIX provides a simple</a:t>
            </a:r>
            <a:r>
              <a:rPr lang="en-IN" dirty="0"/>
              <a:t> ,</a:t>
            </a:r>
            <a:r>
              <a:rPr dirty="0"/>
              <a:t> uniform </a:t>
            </a:r>
            <a:r>
              <a:rPr lang="en-IN" dirty="0"/>
              <a:t>and powerful </a:t>
            </a:r>
            <a:r>
              <a:rPr dirty="0"/>
              <a:t>I/O model</a:t>
            </a:r>
          </a:p>
          <a:p>
            <a:r>
              <a:rPr dirty="0"/>
              <a:t>All devices and files are treated uniformly</a:t>
            </a:r>
            <a:r>
              <a:rPr lang="en-IN" dirty="0"/>
              <a:t> as file</a:t>
            </a:r>
            <a:endParaRPr dirty="0"/>
          </a:p>
          <a:p>
            <a:r>
              <a:rPr dirty="0"/>
              <a:t>I</a:t>
            </a:r>
            <a:r>
              <a:rPr lang="en-IN" dirty="0" err="1"/>
              <a:t>nput</a:t>
            </a:r>
            <a:r>
              <a:rPr lang="en-IN" dirty="0"/>
              <a:t> and Output </a:t>
            </a:r>
            <a:r>
              <a:rPr dirty="0"/>
              <a:t> is handled using file descriptors</a:t>
            </a:r>
          </a:p>
          <a:p>
            <a:r>
              <a:rPr dirty="0"/>
              <a:t>This presentation explains UNIX input–output mechanisms</a:t>
            </a:r>
            <a:r>
              <a:rPr lang="en-IN" dirty="0"/>
              <a:t> and details explanation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D6920-98F1-0385-4EA6-E2BFFE4A7BCB}"/>
              </a:ext>
            </a:extLst>
          </p:cNvPr>
          <p:cNvSpPr txBox="1"/>
          <p:nvPr/>
        </p:nvSpPr>
        <p:spPr>
          <a:xfrm>
            <a:off x="609599" y="1930400"/>
            <a:ext cx="6570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Prepared By : </a:t>
            </a:r>
            <a:r>
              <a:rPr lang="en-IN" dirty="0">
                <a:hlinkClick r:id="rId2"/>
              </a:rPr>
              <a:t>Ayan Banerjee</a:t>
            </a:r>
            <a:endParaRPr lang="en-IN" dirty="0"/>
          </a:p>
          <a:p>
            <a:r>
              <a:rPr lang="en-IN" dirty="0"/>
              <a:t>Master Of Technology-Computer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UNIX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Input</a:t>
            </a:r>
            <a:r>
              <a:rPr lang="en-IN" dirty="0"/>
              <a:t> and O</a:t>
            </a:r>
            <a:r>
              <a:rPr dirty="0" err="1"/>
              <a:t>utput</a:t>
            </a:r>
            <a:r>
              <a:rPr dirty="0"/>
              <a:t> is a </a:t>
            </a:r>
            <a:r>
              <a:rPr lang="en-IN" dirty="0"/>
              <a:t>main </a:t>
            </a:r>
            <a:r>
              <a:rPr dirty="0"/>
              <a:t>component of UNIX OS</a:t>
            </a:r>
          </a:p>
          <a:p>
            <a:r>
              <a:rPr lang="en-IN" dirty="0"/>
              <a:t>Input and Output</a:t>
            </a:r>
            <a:r>
              <a:rPr dirty="0"/>
              <a:t> </a:t>
            </a:r>
            <a:r>
              <a:rPr lang="en-IN" dirty="0"/>
              <a:t>a</a:t>
            </a:r>
            <a:r>
              <a:rPr dirty="0" err="1"/>
              <a:t>llows</a:t>
            </a:r>
            <a:r>
              <a:rPr dirty="0"/>
              <a:t> programs to communicate with files and devices</a:t>
            </a:r>
          </a:p>
          <a:p>
            <a:r>
              <a:rPr lang="en-IN" dirty="0"/>
              <a:t>UNIX is</a:t>
            </a:r>
            <a:r>
              <a:rPr dirty="0"/>
              <a:t> </a:t>
            </a:r>
            <a:r>
              <a:rPr lang="en-IN" dirty="0"/>
              <a:t>d</a:t>
            </a:r>
            <a:r>
              <a:rPr dirty="0" err="1"/>
              <a:t>esigned</a:t>
            </a:r>
            <a:r>
              <a:rPr dirty="0"/>
              <a:t> for simplicity and flexibility</a:t>
            </a:r>
          </a:p>
          <a:p>
            <a:r>
              <a:rPr lang="en-IN" dirty="0"/>
              <a:t>UNIX s</a:t>
            </a:r>
            <a:r>
              <a:rPr dirty="0" err="1"/>
              <a:t>upports</a:t>
            </a:r>
            <a:r>
              <a:rPr dirty="0"/>
              <a:t> redirection and inter-process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UNIX I/O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UNIX e</a:t>
            </a:r>
            <a:r>
              <a:rPr dirty="0" err="1"/>
              <a:t>verything</a:t>
            </a:r>
            <a:r>
              <a:rPr dirty="0"/>
              <a:t> </a:t>
            </a:r>
            <a:r>
              <a:rPr lang="en-IN" dirty="0"/>
              <a:t>, I/O device , physical file , directory </a:t>
            </a:r>
            <a:r>
              <a:rPr dirty="0"/>
              <a:t>is treated as a file</a:t>
            </a:r>
          </a:p>
          <a:p>
            <a:r>
              <a:rPr dirty="0"/>
              <a:t>Uniform interface for devices and regular files</a:t>
            </a:r>
          </a:p>
          <a:p>
            <a:r>
              <a:rPr dirty="0"/>
              <a:t>Device independence</a:t>
            </a:r>
            <a:r>
              <a:rPr lang="en-IN" dirty="0"/>
              <a:t> , means no device work depending other device.</a:t>
            </a:r>
            <a:endParaRPr dirty="0"/>
          </a:p>
          <a:p>
            <a:r>
              <a:rPr dirty="0"/>
              <a:t>Simple system calls form the foundation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I/O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80905"/>
            <a:ext cx="6347714" cy="3880773"/>
          </a:xfrm>
        </p:spPr>
        <p:txBody>
          <a:bodyPr/>
          <a:lstStyle/>
          <a:p>
            <a:r>
              <a:rPr dirty="0"/>
              <a:t>File I/O – reading and writing files</a:t>
            </a:r>
            <a:r>
              <a:rPr lang="en-IN" dirty="0"/>
              <a:t>.Physical file like abcd.txt , abcd.xls</a:t>
            </a:r>
            <a:endParaRPr dirty="0"/>
          </a:p>
          <a:p>
            <a:r>
              <a:rPr dirty="0"/>
              <a:t>Device I/O – keyboard, mouse, printer</a:t>
            </a:r>
            <a:r>
              <a:rPr lang="en-IN" dirty="0"/>
              <a:t>,</a:t>
            </a:r>
            <a:r>
              <a:rPr lang="en-IN" dirty="0" err="1"/>
              <a:t>usb</a:t>
            </a:r>
            <a:r>
              <a:rPr lang="en-IN" dirty="0"/>
              <a:t> device</a:t>
            </a:r>
            <a:endParaRPr dirty="0"/>
          </a:p>
          <a:p>
            <a:r>
              <a:rPr dirty="0"/>
              <a:t>Inter-process I/O – pipes and sockets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ls | grep ".txt ,</a:t>
            </a:r>
            <a:r>
              <a:rPr lang="en-US" dirty="0"/>
              <a:t> output of ls is passed as input to grep using a pipe</a:t>
            </a:r>
            <a:endParaRPr dirty="0"/>
          </a:p>
          <a:p>
            <a:r>
              <a:rPr dirty="0"/>
              <a:t>Network I/O – communication over network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curl https://example.com--</a:t>
            </a:r>
            <a:r>
              <a:rPr lang="en-US" dirty="0"/>
              <a:t>command sends a network request and receives data from a remote server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Concept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File is a sequence of bytes</a:t>
            </a:r>
          </a:p>
          <a:p>
            <a:r>
              <a:rPr dirty="0"/>
              <a:t>No special file structure enforced</a:t>
            </a:r>
          </a:p>
          <a:p>
            <a:r>
              <a:rPr dirty="0"/>
              <a:t>Kernel manages file metadata</a:t>
            </a:r>
          </a:p>
          <a:p>
            <a:r>
              <a:rPr dirty="0"/>
              <a:t>Applications control data interpretation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 Descriptors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Integer values used to identify open files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Example : </a:t>
            </a:r>
            <a:r>
              <a:rPr lang="en-US" dirty="0" err="1"/>
              <a:t>fd</a:t>
            </a:r>
            <a:r>
              <a:rPr lang="en-US" dirty="0"/>
              <a:t> = open("data.txt", O_RDONLY);</a:t>
            </a:r>
            <a:endParaRPr dirty="0"/>
          </a:p>
          <a:p>
            <a:r>
              <a:rPr dirty="0"/>
              <a:t>Managed by the kernel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Example:lsof</a:t>
            </a:r>
            <a:r>
              <a:rPr lang="en-IN" dirty="0"/>
              <a:t> -p &lt;</a:t>
            </a:r>
            <a:r>
              <a:rPr lang="en-IN" dirty="0" err="1"/>
              <a:t>pid</a:t>
            </a:r>
            <a:r>
              <a:rPr lang="en-IN" dirty="0"/>
              <a:t>&gt; (show descriptors for a process)</a:t>
            </a:r>
            <a:endParaRPr dirty="0"/>
          </a:p>
          <a:p>
            <a:r>
              <a:rPr dirty="0"/>
              <a:t>Used in all I/O system calls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Example:read</a:t>
            </a:r>
            <a:r>
              <a:rPr lang="en-IN" dirty="0"/>
              <a:t>(3, buffer, 100);</a:t>
            </a:r>
            <a:endParaRPr dirty="0"/>
          </a:p>
          <a:p>
            <a:r>
              <a:rPr dirty="0"/>
              <a:t>Enables process-level I/O abstraction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Example :</a:t>
            </a:r>
            <a:r>
              <a:rPr lang="en-US" dirty="0"/>
              <a:t>write(1, "Hello\n", 6);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File Descriptors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 Descriptor 0 → Standard Input (stdin)</a:t>
            </a:r>
          </a:p>
          <a:p>
            <a:r>
              <a:t>• File Descriptor 1 → Standard Output (stdout)</a:t>
            </a:r>
          </a:p>
          <a:p>
            <a:r>
              <a:t>• File Descriptor 2 → Standard Error (stderr)</a:t>
            </a:r>
          </a:p>
          <a:p>
            <a:r>
              <a:t>• Automatically assigned at process 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Standard Input (stdin)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34695"/>
            <a:ext cx="6347714" cy="3880773"/>
          </a:xfrm>
        </p:spPr>
        <p:txBody>
          <a:bodyPr/>
          <a:lstStyle/>
          <a:p>
            <a:r>
              <a:rPr dirty="0"/>
              <a:t>Default input from keyboard</a:t>
            </a:r>
            <a:endParaRPr lang="en-IN" dirty="0"/>
          </a:p>
          <a:p>
            <a:pPr marL="0" indent="0">
              <a:buNone/>
            </a:pPr>
            <a:r>
              <a:rPr lang="en-US" dirty="0" err="1"/>
              <a:t>Example:cat</a:t>
            </a:r>
            <a:r>
              <a:rPr lang="en-US" dirty="0"/>
              <a:t> </a:t>
            </a:r>
            <a:r>
              <a:rPr lang="en-US" i="1" dirty="0"/>
              <a:t>(waits for keyboard input)</a:t>
            </a:r>
            <a:endParaRPr dirty="0"/>
          </a:p>
          <a:p>
            <a:r>
              <a:rPr dirty="0"/>
              <a:t>Can be redirected from files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Example:sort</a:t>
            </a:r>
            <a:r>
              <a:rPr lang="en-IN" dirty="0"/>
              <a:t> &lt; input.txt</a:t>
            </a:r>
            <a:endParaRPr dirty="0"/>
          </a:p>
          <a:p>
            <a:r>
              <a:rPr dirty="0"/>
              <a:t>Used by commands like read, </a:t>
            </a:r>
            <a:r>
              <a:rPr dirty="0" err="1"/>
              <a:t>scanf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read name </a:t>
            </a:r>
            <a:r>
              <a:rPr lang="en-US" i="1" dirty="0"/>
              <a:t>(reads input from stdin)</a:t>
            </a:r>
            <a:endParaRPr dirty="0"/>
          </a:p>
          <a:p>
            <a:r>
              <a:rPr dirty="0"/>
              <a:t>Example: command &lt; input.txt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Standard Output (</a:t>
            </a:r>
            <a:r>
              <a:rPr dirty="0" err="1"/>
              <a:t>stdout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Default output to terminal screen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Example:echo</a:t>
            </a:r>
            <a:r>
              <a:rPr lang="en-IN" dirty="0"/>
              <a:t> "Hello UNIX"</a:t>
            </a:r>
            <a:endParaRPr dirty="0"/>
          </a:p>
          <a:p>
            <a:r>
              <a:rPr dirty="0"/>
              <a:t>Can be redirected to files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Example:ls</a:t>
            </a:r>
            <a:r>
              <a:rPr lang="en-IN" dirty="0"/>
              <a:t> &gt; files.txt</a:t>
            </a:r>
            <a:endParaRPr dirty="0"/>
          </a:p>
          <a:p>
            <a:r>
              <a:rPr dirty="0"/>
              <a:t>Buffered output stream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Example:printf</a:t>
            </a:r>
            <a:r>
              <a:rPr lang="en-IN" dirty="0"/>
              <a:t> "Data buffered\n"</a:t>
            </a:r>
            <a:endParaRPr dirty="0"/>
          </a:p>
          <a:p>
            <a:r>
              <a:rPr dirty="0"/>
              <a:t>Example: command &gt; output.txt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Standard Error (stderr)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Used for error messages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Example:ls</a:t>
            </a:r>
            <a:r>
              <a:rPr lang="en-IN" dirty="0"/>
              <a:t> nofile.txt</a:t>
            </a:r>
            <a:endParaRPr dirty="0"/>
          </a:p>
          <a:p>
            <a:r>
              <a:rPr dirty="0"/>
              <a:t> Not buffered by default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Example:cat</a:t>
            </a:r>
            <a:r>
              <a:rPr lang="en-IN" dirty="0"/>
              <a:t> nofile.txt 2&gt;/dev/null</a:t>
            </a:r>
            <a:endParaRPr dirty="0"/>
          </a:p>
          <a:p>
            <a:r>
              <a:rPr dirty="0"/>
              <a:t> Helps separate error output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Example:ls</a:t>
            </a:r>
            <a:r>
              <a:rPr lang="en-IN" dirty="0"/>
              <a:t> file.txt nofile.txt &gt; out.txt 2&gt; err.txt</a:t>
            </a:r>
            <a:endParaRPr dirty="0"/>
          </a:p>
          <a:p>
            <a:r>
              <a:rPr dirty="0"/>
              <a:t> Example: command 2&gt; error.txt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UNIX I/O System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open() – open a file or device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  <a:r>
              <a:rPr lang="en-US" dirty="0"/>
              <a:t>int </a:t>
            </a:r>
            <a:r>
              <a:rPr lang="en-US" dirty="0" err="1"/>
              <a:t>fd</a:t>
            </a:r>
            <a:r>
              <a:rPr lang="en-US" dirty="0"/>
              <a:t> = open("data.txt", O_RDONLY);</a:t>
            </a:r>
            <a:endParaRPr dirty="0"/>
          </a:p>
          <a:p>
            <a:r>
              <a:rPr dirty="0"/>
              <a:t>read() – read data from file</a:t>
            </a:r>
            <a:endParaRPr lang="en-IN" dirty="0"/>
          </a:p>
          <a:p>
            <a:pPr marL="0" indent="0">
              <a:buNone/>
            </a:pPr>
            <a:r>
              <a:rPr lang="en-US" dirty="0" err="1"/>
              <a:t>Example:read</a:t>
            </a:r>
            <a:r>
              <a:rPr lang="en-US" dirty="0"/>
              <a:t>(</a:t>
            </a:r>
            <a:r>
              <a:rPr lang="en-US" dirty="0" err="1"/>
              <a:t>fd</a:t>
            </a:r>
            <a:r>
              <a:rPr lang="en-US" dirty="0"/>
              <a:t>, buffer, 100);</a:t>
            </a:r>
          </a:p>
          <a:p>
            <a:r>
              <a:rPr dirty="0"/>
              <a:t>write() – write data to file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Example:write</a:t>
            </a:r>
            <a:r>
              <a:rPr lang="en-IN" dirty="0"/>
              <a:t>(</a:t>
            </a:r>
            <a:r>
              <a:rPr lang="en-IN" dirty="0" err="1"/>
              <a:t>fd</a:t>
            </a:r>
            <a:r>
              <a:rPr lang="en-IN" dirty="0"/>
              <a:t>, "Hello UNIX", 10);</a:t>
            </a:r>
            <a:endParaRPr dirty="0"/>
          </a:p>
          <a:p>
            <a:r>
              <a:rPr dirty="0"/>
              <a:t>close() – close the file descriptor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Example:close</a:t>
            </a:r>
            <a:r>
              <a:rPr lang="en-IN" dirty="0"/>
              <a:t>(</a:t>
            </a:r>
            <a:r>
              <a:rPr lang="en-IN" dirty="0" err="1"/>
              <a:t>fd</a:t>
            </a:r>
            <a:r>
              <a:rPr lang="en-IN" dirty="0"/>
              <a:t>);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open() System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Opens an existing file or creates a new file</a:t>
            </a:r>
          </a:p>
          <a:p>
            <a:r>
              <a:t>• Requires file name and access mode</a:t>
            </a:r>
          </a:p>
          <a:p>
            <a:r>
              <a:t>• Returns a file descriptor</a:t>
            </a:r>
          </a:p>
          <a:p>
            <a:r>
              <a:t>• Failure returns 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read() System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Reads data from file descriptor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Example:read</a:t>
            </a:r>
            <a:r>
              <a:rPr lang="en-IN" dirty="0"/>
              <a:t>(</a:t>
            </a:r>
            <a:r>
              <a:rPr lang="en-IN" dirty="0" err="1"/>
              <a:t>fd</a:t>
            </a:r>
            <a:r>
              <a:rPr lang="en-IN" dirty="0"/>
              <a:t>, buffer, 100);</a:t>
            </a:r>
          </a:p>
          <a:p>
            <a:r>
              <a:rPr dirty="0"/>
              <a:t>Transfers data into buffer</a:t>
            </a:r>
          </a:p>
          <a:p>
            <a:r>
              <a:rPr dirty="0"/>
              <a:t>Returns number of bytes read</a:t>
            </a:r>
          </a:p>
          <a:p>
            <a:r>
              <a:rPr dirty="0"/>
              <a:t>Returns 0 at end-of-file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write() System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Writes data from buffer to file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  <a:r>
              <a:rPr lang="en-US" dirty="0"/>
              <a:t>int n = write(</a:t>
            </a:r>
            <a:r>
              <a:rPr lang="en-US" dirty="0" err="1"/>
              <a:t>fd</a:t>
            </a:r>
            <a:r>
              <a:rPr lang="en-US" dirty="0"/>
              <a:t>, buffer, 100);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Uses file descriptor</a:t>
            </a:r>
          </a:p>
          <a:p>
            <a:r>
              <a:rPr dirty="0"/>
              <a:t>Returns number of bytes written</a:t>
            </a:r>
          </a:p>
          <a:p>
            <a:r>
              <a:rPr dirty="0"/>
              <a:t>Error returns -1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close() System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Releases file descriptor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Example:close</a:t>
            </a:r>
            <a:r>
              <a:rPr lang="en-IN" dirty="0"/>
              <a:t>(</a:t>
            </a:r>
            <a:r>
              <a:rPr lang="en-IN" dirty="0" err="1"/>
              <a:t>fd</a:t>
            </a:r>
            <a:r>
              <a:rPr lang="en-IN" dirty="0"/>
              <a:t>); /* kernel releases file resources */</a:t>
            </a:r>
            <a:endParaRPr dirty="0"/>
          </a:p>
          <a:p>
            <a:r>
              <a:rPr dirty="0"/>
              <a:t>Frees kernel resources</a:t>
            </a:r>
          </a:p>
          <a:p>
            <a:r>
              <a:rPr dirty="0"/>
              <a:t>Important to avoid resource leaks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  <a:r>
              <a:rPr lang="en-US" dirty="0"/>
              <a:t>if(</a:t>
            </a:r>
            <a:r>
              <a:rPr lang="en-US" dirty="0" err="1"/>
              <a:t>fd</a:t>
            </a:r>
            <a:r>
              <a:rPr lang="en-US" dirty="0"/>
              <a:t> != -1) close(</a:t>
            </a:r>
            <a:r>
              <a:rPr lang="en-US" dirty="0" err="1"/>
              <a:t>fd</a:t>
            </a:r>
            <a:r>
              <a:rPr lang="en-US" dirty="0"/>
              <a:t>);</a:t>
            </a:r>
            <a:endParaRPr dirty="0"/>
          </a:p>
          <a:p>
            <a:r>
              <a:rPr dirty="0"/>
              <a:t>Called after I/O completion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  <a:r>
              <a:rPr lang="en-US" dirty="0"/>
              <a:t>read(</a:t>
            </a:r>
            <a:r>
              <a:rPr lang="en-US" dirty="0" err="1"/>
              <a:t>fd</a:t>
            </a:r>
            <a:r>
              <a:rPr lang="en-US" dirty="0"/>
              <a:t>, </a:t>
            </a:r>
            <a:r>
              <a:rPr lang="en-US" dirty="0" err="1"/>
              <a:t>buf</a:t>
            </a:r>
            <a:r>
              <a:rPr lang="en-US" dirty="0"/>
              <a:t>, 100); close(</a:t>
            </a:r>
            <a:r>
              <a:rPr lang="en-US" dirty="0" err="1"/>
              <a:t>fd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Redirection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Changes source or destination of I/O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Example:sort</a:t>
            </a:r>
            <a:r>
              <a:rPr lang="en-IN" dirty="0"/>
              <a:t> &lt; data.txt &gt; sorted.txt</a:t>
            </a:r>
            <a:endParaRPr dirty="0"/>
          </a:p>
          <a:p>
            <a:r>
              <a:rPr dirty="0"/>
              <a:t>Input redirection using &lt;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Example:wc</a:t>
            </a:r>
            <a:r>
              <a:rPr lang="en-IN" dirty="0"/>
              <a:t> -l &lt; input.txt</a:t>
            </a:r>
            <a:endParaRPr dirty="0"/>
          </a:p>
          <a:p>
            <a:r>
              <a:rPr dirty="0"/>
              <a:t>Output redirection using &gt;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Example:ls</a:t>
            </a:r>
            <a:r>
              <a:rPr lang="en-IN" dirty="0"/>
              <a:t> &gt; files.txt</a:t>
            </a:r>
            <a:endParaRPr dirty="0"/>
          </a:p>
          <a:p>
            <a:r>
              <a:rPr dirty="0"/>
              <a:t>Error redirection using 2&gt;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Pipes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for inter-process communication</a:t>
            </a:r>
          </a:p>
          <a:p>
            <a:r>
              <a:t>• Output of one command becomes input of another</a:t>
            </a:r>
          </a:p>
          <a:p>
            <a:r>
              <a:t>• Uses pipe operator |</a:t>
            </a:r>
          </a:p>
          <a:p>
            <a:r>
              <a:t>• Example: ls | grep txt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Advantages of UNIX I/O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and consistent design</a:t>
            </a:r>
          </a:p>
          <a:p>
            <a:r>
              <a:t>• Highly portable</a:t>
            </a:r>
          </a:p>
          <a:p>
            <a:r>
              <a:t>• Efficient and flexible</a:t>
            </a:r>
          </a:p>
          <a:p>
            <a:r>
              <a:t>• Supports powerful command chaining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UNIX I/O system is a fundamental OS concept</a:t>
            </a:r>
          </a:p>
          <a:p>
            <a:r>
              <a:t>• File descriptor-based approach is powerful</a:t>
            </a:r>
          </a:p>
          <a:p>
            <a:r>
              <a:t>• Enables redirection and pipelines</a:t>
            </a:r>
          </a:p>
          <a:p>
            <a:r>
              <a:t>• Forms the basis of UNIX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</TotalTime>
  <Words>919</Words>
  <Application>Microsoft Office PowerPoint</Application>
  <PresentationFormat>On-screen Show (4:3)</PresentationFormat>
  <Paragraphs>125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</vt:lpstr>
      <vt:lpstr>UNIX Input Output System---An Approach</vt:lpstr>
      <vt:lpstr>Introduction to UNIX I/O</vt:lpstr>
      <vt:lpstr>UNIX I/O Philosophy</vt:lpstr>
      <vt:lpstr>Types of I/O in UNIX</vt:lpstr>
      <vt:lpstr>File Concept in UNIX</vt:lpstr>
      <vt:lpstr>File Descriptors</vt:lpstr>
      <vt:lpstr>Standard File Descriptors</vt:lpstr>
      <vt:lpstr>Standard Input (stdin)</vt:lpstr>
      <vt:lpstr>Standard Output (stdout)</vt:lpstr>
      <vt:lpstr>Standard Error (stderr)</vt:lpstr>
      <vt:lpstr>UNIX I/O System Calls</vt:lpstr>
      <vt:lpstr>open() System Call</vt:lpstr>
      <vt:lpstr>read() System Call</vt:lpstr>
      <vt:lpstr>write() System Call</vt:lpstr>
      <vt:lpstr>close() System Call</vt:lpstr>
      <vt:lpstr>Redirection in UNIX</vt:lpstr>
      <vt:lpstr>Pipes in UNIX</vt:lpstr>
      <vt:lpstr>Advantages of UNIX I/O System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Bani Misra</cp:lastModifiedBy>
  <cp:revision>8</cp:revision>
  <dcterms:created xsi:type="dcterms:W3CDTF">2013-01-27T09:14:16Z</dcterms:created>
  <dcterms:modified xsi:type="dcterms:W3CDTF">2026-01-03T11:27:28Z</dcterms:modified>
  <cp:category/>
</cp:coreProperties>
</file>